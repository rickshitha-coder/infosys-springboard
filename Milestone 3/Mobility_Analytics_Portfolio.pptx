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926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4297680"/>
            <a:ext cx="4206240" cy="42062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778240" y="5120640"/>
            <a:ext cx="1463040" cy="1463040"/>
          </a:xfrm>
          <a:prstGeom prst="ellipse">
            <a:avLst/>
          </a:prstGeom>
          <a:solidFill>
            <a:srgbClr val="5FC9C9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5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&amp; TRANSPORT ANALYTICS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Mobility Intelligence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Power BI dashboards translating ride-hailing, micro-mobility, vehicle-type and demand-forecasting data into operational insight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6235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Rickshitha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Portfolio Covers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city-wide view of mobility — from booking a ride to forecasting tomorrow's demand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7739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Ride-Hailing Intelligence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139696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surge pricing, wait times and vehicle availability across Chennai zones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4436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9443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88950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Micro-Mobility Analytics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3255264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Bike/scooter trip volume, station utilisation, and availability by station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40599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40050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Type Analysis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437083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Mode-share comparison and substitution patterns across weather conditions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75504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5175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5120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548640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Zone-level demand trends, forecasts and supply-gap analysis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75320" y="182880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503920" y="2057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Snapshot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03920" y="2560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766K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50392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requests analyzed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35204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103K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503920" y="3977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micro-mobility trips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4480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503920" y="4937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modes compared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5440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3-mo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503920" y="5897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 horizon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Ride-Hailing</a:t>
            </a:r>
            <a:endParaRPr lang="en-US" sz="2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Dashboard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live ride demand, surge pricing and vehicle supply across Chennai locations (T Nagar, Chennai Central, Guindy, Velachery, Egmore, OMR) to keep wait times low.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766K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ride requests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360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1.28x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7200" y="5001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surge multiplier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2943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617K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7200" y="56601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vehicles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95274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5.93 min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7200" y="63185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wait time</a:t>
            </a:r>
            <a:endParaRPr lang="en-US" sz="1100" dirty="0"/>
          </a:p>
        </p:txBody>
      </p:sp>
      <p:pic>
        <p:nvPicPr>
          <p:cNvPr id="15" name="Image 0" descr="ride_hai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777240"/>
            <a:ext cx="7178040" cy="4014216"/>
          </a:xfrm>
          <a:prstGeom prst="rect">
            <a:avLst/>
          </a:prstGeom>
          <a:effectLst>
            <a:outerShdw blurRad="101600" dist="38100" dir="5400000" algn="bl" rotWithShape="0">
              <a:srgbClr val="888888">
                <a:alpha val="35000"/>
              </a:srgbClr>
            </a:outerShdw>
          </a:effectLst>
        </p:spPr>
      </p:pic>
      <p:sp>
        <p:nvSpPr>
          <p:cNvPr id="16" name="Text 13"/>
          <p:cNvSpPr/>
          <p:nvPr/>
        </p:nvSpPr>
        <p:spPr>
          <a:xfrm>
            <a:off x="4526280" y="4983480"/>
            <a:ext cx="7178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occurs at midday and evening hours; T Nagar and Chennai Central lead ride requests, while supply (surge) stays fairly even across zones — signalling a location-based allocation opportunity.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Micro-Mobility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bike/scooter trip counts, station-level utilisation and available-bike balance across 7 stations to guide rebalancing.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159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84K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7200" y="46817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bikes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9743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125.5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7200" y="53400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trip duration (min)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63270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53.7%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7200" y="59984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station utilisation</a:t>
            </a:r>
            <a:endParaRPr lang="en-US" sz="1100" dirty="0"/>
          </a:p>
        </p:txBody>
      </p:sp>
      <p:pic>
        <p:nvPicPr>
          <p:cNvPr id="15" name="Image 0" descr="micromo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777240"/>
            <a:ext cx="7178040" cy="4133088"/>
          </a:xfrm>
          <a:prstGeom prst="rect">
            <a:avLst/>
          </a:prstGeom>
          <a:effectLst>
            <a:outerShdw blurRad="101600" dist="38100" dir="5400000" algn="bl" rotWithShape="0">
              <a:srgbClr val="888888">
                <a:alpha val="35000"/>
              </a:srgbClr>
            </a:outerShdw>
          </a:effectLst>
        </p:spPr>
      </p:pic>
      <p:sp>
        <p:nvSpPr>
          <p:cNvPr id="16" name="Text 13"/>
          <p:cNvSpPr/>
          <p:nvPr/>
        </p:nvSpPr>
        <p:spPr>
          <a:xfrm>
            <a:off x="4526280" y="5074920"/>
            <a:ext cx="7178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Nagar and Porur stations post the highest ride volume while Egmore and Guindy trail — and bikes (78%) heavily outnumber cars (22%) in the fleet mix, reinforcing bike-first rebalancing priorities.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Type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demand across Bus, Ride-Hailing, Bike, Scooter and Bicycle, and how weather conditions shift riders between modes.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 carries the highest overall demand, followed by Ride-Hailing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4988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Rainy weather pushes strong substitution toward Ride-Hailing over Bike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506577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Windy conditions suppress demand across every mode</a:t>
            </a:r>
            <a:endParaRPr lang="en-US" sz="1150" dirty="0"/>
          </a:p>
        </p:txBody>
      </p:sp>
      <p:pic>
        <p:nvPicPr>
          <p:cNvPr id="11" name="Image 0" descr="vehicle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777240"/>
            <a:ext cx="7178040" cy="3977640"/>
          </a:xfrm>
          <a:prstGeom prst="rect">
            <a:avLst/>
          </a:prstGeom>
          <a:effectLst>
            <a:outerShdw blurRad="101600" dist="38100" dir="5400000" algn="bl" rotWithShape="0">
              <a:srgbClr val="888888">
                <a:alpha val="35000"/>
              </a:srgbClr>
            </a:outerShdw>
          </a:effectLst>
        </p:spPr>
      </p:pic>
      <p:sp>
        <p:nvSpPr>
          <p:cNvPr id="12" name="Text 9"/>
          <p:cNvSpPr/>
          <p:nvPr/>
        </p:nvSpPr>
        <p:spPr>
          <a:xfrm>
            <a:off x="4526280" y="4937760"/>
            <a:ext cx="7178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'possible substitution' views isolate Bike vs. Ride-Hailing swings by hour and weather — a direct signal for when to reposition bikes or trigger surge pricing.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 &amp;</a:t>
            </a:r>
            <a:endParaRPr lang="en-US" sz="2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 Analytics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ride-request demand forward by zone and hour, and quantifies the gap between expected demand and available vehicles.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Central Business District and Railway Station drive the highest zone demand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7274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Heavy rain lifts ride demand well above light rain, cloudy or sunny days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529437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Supply-gap analysis flags recurring shortfall windows at specific hours</a:t>
            </a:r>
            <a:endParaRPr lang="en-US" sz="1150" dirty="0"/>
          </a:p>
        </p:txBody>
      </p:sp>
      <p:pic>
        <p:nvPicPr>
          <p:cNvPr id="11" name="Image 0" descr="demand_foreca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777240"/>
            <a:ext cx="7178040" cy="4014216"/>
          </a:xfrm>
          <a:prstGeom prst="rect">
            <a:avLst/>
          </a:prstGeom>
          <a:effectLst>
            <a:outerShdw blurRad="101600" dist="38100" dir="5400000" algn="bl" rotWithShape="0">
              <a:srgbClr val="888888">
                <a:alpha val="35000"/>
              </a:srgbClr>
            </a:outerShdw>
          </a:effectLst>
        </p:spPr>
      </p:pic>
      <p:sp>
        <p:nvSpPr>
          <p:cNvPr id="12" name="Text 9"/>
          <p:cNvSpPr/>
          <p:nvPr/>
        </p:nvSpPr>
        <p:spPr>
          <a:xfrm>
            <a:off x="4526280" y="4983480"/>
            <a:ext cx="7178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band (dotted projection) combined with the demand-supply gap chart lets planners pre-position vehicles ahead of predicted shortfalls, rather than reacting after the fact.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023360" cy="402336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241280" y="4937760"/>
            <a:ext cx="3291840" cy="329184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Together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8961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ride-hailing, micro-mobility, mode choice and forecasting, these dashboards form one connected view of urban mobility — where demand originates, how it shifts, and where supply needs to move next.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Rickshitha A</a:t>
            </a:r>
            <a:endParaRPr lang="en-US" sz="2000" dirty="0"/>
          </a:p>
          <a:p>
            <a:pPr marL="0" indent="0">
              <a:buNone/>
            </a:pPr>
            <a:r>
              <a:rPr lang="en-US" sz="1300" dirty="0">
                <a:solidFill>
                  <a:srgbClr val="5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| Power BI Dashboards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F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526</Words>
  <Application>Microsoft Office PowerPoint</Application>
  <PresentationFormat>Widescreen</PresentationFormat>
  <Paragraphs>88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S0744948</cp:lastModifiedBy>
  <cp:revision>2</cp:revision>
  <dcterms:created xsi:type="dcterms:W3CDTF">2026-08-25T06:39:28Z</dcterms:created>
  <dcterms:modified xsi:type="dcterms:W3CDTF">2026-08-25T06:43:29Z</dcterms:modified>
</cp:coreProperties>
</file>