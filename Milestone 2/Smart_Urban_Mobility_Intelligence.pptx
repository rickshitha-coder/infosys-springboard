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639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155680" y="429768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3291840" cy="3291840"/>
          </a:xfrm>
          <a:prstGeom prst="ellipse">
            <a:avLst/>
          </a:prstGeom>
          <a:solidFill>
            <a:srgbClr val="21295C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·  INTERACTIVE ANALYTICS 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Urban Mobility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geospatial analytics dashboard for India's public transit network — mapping mobility patterns, route performance, and passenger demand across 16 major cities.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5486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TRACKED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5486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017520" y="5989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0" y="5486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212080" y="5989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 LAYERS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Pandas · Dash · Plotly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transit data into operational insight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56362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4440" y="1947672"/>
            <a:ext cx="6172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city planners and transit operators a single, interactive view of how people move — where demand concentrates, which routes underperform, and how conditions vary city to city.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98094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34440" y="3364992"/>
            <a:ext cx="6172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16 major Indian cities across 500+ geospatial records and 1,000 transit route records, spanning road, metro, bus, and mixed-mode transport.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39826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34440" y="4782312"/>
            <a:ext cx="6172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structured datasets, clean and aggregate with Pandas, and expose the results through a live, filterable Dash + Plotly web dashboard.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44968" y="1344168"/>
            <a:ext cx="3941064" cy="4626864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0" descr="/home/claude/ppt/assets/newpl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1417320"/>
            <a:ext cx="3794760" cy="44805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818120" y="595274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mobility heatmap — all 16 tracked cities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URBAN MOBILITY INTELLIGENCE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structured datasets power the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27000" dist="38100" dir="5400000" algn="bl" rotWithShape="0">
              <a:srgbClr val="1B2A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508760" y="2011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India_Geospatial.csv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r>
              <a:rPr lang="en-US" sz="1200" dirty="0">
                <a:solidFill>
                  <a:srgbClr val="58707A"/>
                </a:solidFill>
              </a:rPr>
              <a:t>  records   </a:t>
            </a: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r>
              <a:rPr lang="en-US" sz="1200" dirty="0">
                <a:solidFill>
                  <a:srgbClr val="58707A"/>
                </a:solidFill>
              </a:rPr>
              <a:t>  fields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16 cities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88620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State, Area, Road Type</a:t>
            </a:r>
            <a:endParaRPr lang="en-US" sz="1150" dirty="0"/>
          </a:p>
          <a:p>
            <a:pPr marL="152400" indent="-1524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/ Longitude</a:t>
            </a:r>
            <a:endParaRPr lang="en-US" sz="1150" dirty="0"/>
          </a:p>
          <a:p>
            <a:pPr marL="152400" indent="-1524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Speed, Road Occupancy %</a:t>
            </a:r>
            <a:endParaRPr lang="en-US" sz="1150" dirty="0"/>
          </a:p>
          <a:p>
            <a:pPr marL="152400" indent="-1524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Level, Parking Availability</a:t>
            </a:r>
            <a:endParaRPr lang="en-US" sz="1150" dirty="0"/>
          </a:p>
          <a:p>
            <a:pPr marL="152400" indent="-1524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Demand, Weather Condition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27000" dist="38100" dir="5400000" algn="bl" rotWithShape="0">
              <a:srgbClr val="1B2A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583680" y="201168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223760" y="2011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India_Transit_Dashboard.csv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26974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r>
              <a:rPr lang="en-US" sz="1200" dirty="0">
                <a:solidFill>
                  <a:srgbClr val="58707A"/>
                </a:solidFill>
              </a:rPr>
              <a:t>  records   </a:t>
            </a: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r>
              <a:rPr lang="en-US" sz="1200" dirty="0">
                <a:solidFill>
                  <a:srgbClr val="58707A"/>
                </a:solidFill>
              </a:rPr>
              <a:t>  fields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83680" y="32004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16 cities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0" y="3611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0" y="388620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ID, Route ID, Source → Destination</a:t>
            </a:r>
            <a:endParaRPr lang="en-US" sz="1150" dirty="0"/>
          </a:p>
          <a:p>
            <a:pPr marL="152400" indent="-1524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Count, Vehicle Capacity</a:t>
            </a:r>
            <a:endParaRPr lang="en-US" sz="1150" dirty="0"/>
          </a:p>
          <a:p>
            <a:pPr marL="152400" indent="-1524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Time, Delay, Fare (INR)</a:t>
            </a:r>
            <a:endParaRPr lang="en-US" sz="1150" dirty="0"/>
          </a:p>
          <a:p>
            <a:pPr marL="152400" indent="-1524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Status, Traffic Status</a:t>
            </a:r>
            <a:endParaRPr lang="en-US" sz="1150" dirty="0"/>
          </a:p>
          <a:p>
            <a:pPr marL="152400" indent="-1524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Order, Latitude / Longitude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URBAN MOBILITY INTELLIGENCE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CSVs to a live interactive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0F3A52"/>
          </a:solidFill>
          <a:ln w="12700">
            <a:solidFill>
              <a:srgbClr val="1C57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India_Geospatial.csv and India_Transit_Dashboard.csv; strip and standardize column names.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36392" y="32918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10712" y="187452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0F3A52"/>
          </a:solidFill>
          <a:ln w="12700">
            <a:solidFill>
              <a:srgbClr val="1C57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85032" y="21945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8503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85032" y="28346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85032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85032" y="356616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 numeric fields — passenger count, speed, travel time, lat/long — and handle missing values.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98464" y="32918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72784" y="187452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0F3A52"/>
          </a:solidFill>
          <a:ln w="12700">
            <a:solidFill>
              <a:srgbClr val="1C57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547104" y="21945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47104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47104" y="28346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47104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47104" y="356616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by route, city, and area to drive KPIs, rankings, and hierarchy views.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60536" y="32918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34856" y="187452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0F3A52"/>
          </a:solidFill>
          <a:ln w="12700">
            <a:solidFill>
              <a:srgbClr val="1C57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409176" y="21945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409176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09176" y="28346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409176" y="32004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409176" y="356616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an interactive, filterable web app with live callbacks and CSV / HTML export.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532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Python 3 · dash, plotly, pandas · deployed as a self-contained local web application (port 8050)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URBAN MOBILITY INTELLIGENCE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URBAN MOBILITY INTELLIGENCE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CAPABILITIES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dashboard, six ways to explore the network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0756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44752" y="20391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Filter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679192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instantly between all-India and any of 16 individual cities; every chart and KPI updates live.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0" y="20756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93792" y="20391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Cards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0" y="2679192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passengers, average travel time, average speed, and on-time performance, recalculated per selection.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21040" y="20756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2104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42832" y="20391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Maps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21040" y="2679192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mobility density heatmap and a route-by-route transit flow map plotted on real geography.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960" y="43159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44752" y="42793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Analytics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22960" y="4919472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routes ranked by passenger volume and by average speed, side by side.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0" y="43159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93792" y="42793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Hierarchy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72000" y="4919472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and sunburst views drill from State → City → Source area by passenger count.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21040" y="43159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32104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42832" y="42793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Export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321040" y="4919472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current view as a standalone HTML dashboard or the filtered data as CSV.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URBAN MOBILITY INTELLIGENCE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India's mobility demand concentrates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All-city view — every marker represents an aggregated location from the geospatial and transit datasets.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" y="1755648"/>
            <a:ext cx="4123944" cy="4489704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/assets/newpl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828800"/>
            <a:ext cx="397764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62270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Heatmap — demand intensity by city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01768" y="1755648"/>
            <a:ext cx="4123944" cy="4489704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ppt/assets/newplot__1_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74920" y="1828800"/>
            <a:ext cx="3977640" cy="4343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74920" y="62270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Flow Map — active routes, colored by Route ID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9464040" y="1828800"/>
            <a:ext cx="2194560" cy="434340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969264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MAPS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9692640" y="2423160"/>
            <a:ext cx="1783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yellow clusters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peak mobility density.
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lines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individual transit routes between source and destination points.
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spans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north, west, south and east India — from Delhi to Kochi.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URBAN MOBILITY INTELLIGENCE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PERFORMANCE · ALL INDIA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network performs,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256,859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20756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PASSENGERS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4408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64408" y="1508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32.1 min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264408" y="20756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TRAVEL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0176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80176" y="1508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30.9 km/h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980176" y="20756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95944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95944" y="1508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695944" y="20756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PERFORMANCE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2715768"/>
            <a:ext cx="11210544" cy="3483864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0" descr="/home/claude/ppt/assets/routeperf_all_char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788920"/>
            <a:ext cx="11064240" cy="33375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181344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routes by passenger count (left) and by average speed (right)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URBAN MOBILITY INTELLIGENCE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DEMAND · ALL INDIA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state down to source area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→ State → City → Source, sized and colored by passenger volume.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" y="1755648"/>
            <a:ext cx="7370064" cy="4169664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/assets/Screenshot_2026-08-12_2139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828800"/>
            <a:ext cx="72237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90702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demand treemap (left) and sunburst (right)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019288" y="1755648"/>
            <a:ext cx="3712464" cy="4169664"/>
          </a:xfrm>
          <a:prstGeom prst="roundRect">
            <a:avLst>
              <a:gd name="adj" fmla="val 197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ppt/assets/Screenshot_2026-08-12_21375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0" y="1828800"/>
            <a:ext cx="3566160" cy="4023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92440" y="59070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highest-demand areas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URBAN MOBILITY INTELLIGENCE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DRILL-DOWN · CHENNAI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view, filtered to a single city in one click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selector re-runs every callback — maps, KPIs, and charts all narrow to Chennai instantly.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" y="1755648"/>
            <a:ext cx="5678424" cy="4306824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/assets/Screenshot_2026-08-12_21383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828800"/>
            <a:ext cx="5532120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044184"/>
            <a:ext cx="5532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selector + Mobility Heatmap (Chennai)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81928" y="1755648"/>
            <a:ext cx="5449824" cy="4306824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ppt/assets/flow_chennai_cro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55080" y="1828800"/>
            <a:ext cx="5303520" cy="4160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60441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Flow Map (Chennai)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URBAN MOBILITY INTELLIGENCE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PERFORMANCE · CHENNAI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performance tells a different story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13,887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20756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PASSENGERS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4408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64408" y="1508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25.8 min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264408" y="20756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TRAVEL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0176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80176" y="1508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34.3 km/h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980176" y="20756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95944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blurRad="101600" dist="25400" dir="5400000" algn="bl" rotWithShape="0">
              <a:srgbClr val="1B2A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95944" y="1508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695944" y="20756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PERFORMANCE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2715768"/>
            <a:ext cx="7507224" cy="3483864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0" descr="/home/claude/ppt/assets/routeperf_chennai_char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788920"/>
            <a:ext cx="7360920" cy="33375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181344"/>
            <a:ext cx="7360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Chennai routes — passenger count (left) and speed (right)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065008" y="2715768"/>
            <a:ext cx="3666744" cy="3483864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1" descr="/home/claude/ppt/assets/Screenshot_2026-08-12_21392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38160" y="2788920"/>
            <a:ext cx="3520440" cy="33375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138160" y="61813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demand areas — Chennai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URBAN MOBILITY INTELLIGENCE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the planning team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1965960"/>
          </a:xfrm>
          <a:prstGeom prst="roundRect">
            <a:avLst>
              <a:gd name="adj" fmla="val 4186"/>
            </a:avLst>
          </a:prstGeom>
          <a:solidFill>
            <a:srgbClr val="0F3A52"/>
          </a:solidFill>
          <a:ln w="12700">
            <a:solidFill>
              <a:srgbClr val="1C57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81965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On-time performance lags nationally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18.4% of trips run on time across India, rising to 19.2% in Chennai — a clear target for schedule optimization.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166360" cy="1965960"/>
          </a:xfrm>
          <a:prstGeom prst="roundRect">
            <a:avLst>
              <a:gd name="adj" fmla="val 4186"/>
            </a:avLst>
          </a:prstGeom>
          <a:solidFill>
            <a:srgbClr val="0F3A52"/>
          </a:solidFill>
          <a:ln w="12700">
            <a:solidFill>
              <a:srgbClr val="1C57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093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181965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concentrated, not even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09360" y="25146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East zone consistently leads passenger volume, both nationally and within Chennai, ahead of Central, West and South.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166360" cy="1965960"/>
          </a:xfrm>
          <a:prstGeom prst="roundRect">
            <a:avLst>
              <a:gd name="adj" fmla="val 4186"/>
            </a:avLst>
          </a:prstGeom>
          <a:solidFill>
            <a:srgbClr val="0F3A52"/>
          </a:solidFill>
          <a:ln w="12700">
            <a:solidFill>
              <a:srgbClr val="1C57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05993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City-level speed beats the national average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Chennai's average speed of 34.3 km/h outpaces the 30.9 km/h national figure, despite lower total ridership.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840480"/>
            <a:ext cx="5166360" cy="1965960"/>
          </a:xfrm>
          <a:prstGeom prst="roundRect">
            <a:avLst>
              <a:gd name="adj" fmla="val 4186"/>
            </a:avLst>
          </a:prstGeom>
          <a:solidFill>
            <a:srgbClr val="0F3A52"/>
          </a:solidFill>
          <a:ln w="12700">
            <a:solidFill>
              <a:srgbClr val="1C57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09360" y="41148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093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405993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handful of routes carry outsized load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09360" y="475488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routes nationally range from ~4,800 to ~6,300 passengers each — prime candidates for added capacity.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URBAN MOBILITY INTELLIGENCE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dashboard to decision support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build gives a complete, filterable picture of mobility across 16 cities. The next milestone extends it from monitoring to prediction and action.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3042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delay modeling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234440" y="26974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route-level delays using historical traffic, weather and demand patterns.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35584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 integration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234440" y="374904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CSV snapshots with a streaming feed for real-time KPI updates.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4074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optimization engine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34440" y="480060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capacity or schedule changes for the highest-demand, lowest-performing routes.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Urban Mobility Intelligence  ·  Python · Pandas · Dash · Plotly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1077</Words>
  <Application>Microsoft Office PowerPoint</Application>
  <PresentationFormat>Widescreen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S0744948</cp:lastModifiedBy>
  <cp:revision>1</cp:revision>
  <dcterms:created xsi:type="dcterms:W3CDTF">2026-08-13T03:40:22Z</dcterms:created>
  <dcterms:modified xsi:type="dcterms:W3CDTF">2026-08-13T03:45:30Z</dcterms:modified>
</cp:coreProperties>
</file>